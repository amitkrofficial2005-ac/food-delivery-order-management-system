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F9A874-E351-45ED-94E6-067F45B43088}" v="9" dt="2026-10-22T09:15:19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19" autoAdjust="0"/>
  </p:normalViewPr>
  <p:slideViewPr>
    <p:cSldViewPr snapToGrid="0" snapToObjects="1">
      <p:cViewPr varScale="1">
        <p:scale>
          <a:sx n="81" d="100"/>
          <a:sy n="81" d="100"/>
        </p:scale>
        <p:origin x="725" y="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Kumar" userId="2a4d6633a67e5299" providerId="LiveId" clId="{9E7A8B46-B05D-4337-8887-687B02360B70}"/>
    <pc:docChg chg="undo custSel modSld">
      <pc:chgData name="Amit Kumar" userId="2a4d6633a67e5299" providerId="LiveId" clId="{9E7A8B46-B05D-4337-8887-687B02360B70}" dt="2026-10-22T09:23:44.907" v="112" actId="1076"/>
      <pc:docMkLst>
        <pc:docMk/>
      </pc:docMkLst>
      <pc:sldChg chg="addSp delSp modSp mod">
        <pc:chgData name="Amit Kumar" userId="2a4d6633a67e5299" providerId="LiveId" clId="{9E7A8B46-B05D-4337-8887-687B02360B70}" dt="2026-10-02T14:31:06.149" v="92" actId="14100"/>
        <pc:sldMkLst>
          <pc:docMk/>
          <pc:sldMk cId="0" sldId="260"/>
        </pc:sldMkLst>
        <pc:picChg chg="mod">
          <ac:chgData name="Amit Kumar" userId="2a4d6633a67e5299" providerId="LiveId" clId="{9E7A8B46-B05D-4337-8887-687B02360B70}" dt="2026-10-02T14:31:06.149" v="92" actId="14100"/>
          <ac:picMkLst>
            <pc:docMk/>
            <pc:sldMk cId="0" sldId="260"/>
            <ac:picMk id="36" creationId="{55BCA138-A8BE-A15F-3016-272E49D17DBB}"/>
          </ac:picMkLst>
        </pc:picChg>
        <pc:picChg chg="mod">
          <ac:chgData name="Amit Kumar" userId="2a4d6633a67e5299" providerId="LiveId" clId="{9E7A8B46-B05D-4337-8887-687B02360B70}" dt="2026-10-02T14:30:52.068" v="89" actId="14100"/>
          <ac:picMkLst>
            <pc:docMk/>
            <pc:sldMk cId="0" sldId="260"/>
            <ac:picMk id="39" creationId="{7458468D-BFB2-541A-A489-99CA8CBFF306}"/>
          </ac:picMkLst>
        </pc:picChg>
        <pc:picChg chg="add mod">
          <ac:chgData name="Amit Kumar" userId="2a4d6633a67e5299" providerId="LiveId" clId="{9E7A8B46-B05D-4337-8887-687B02360B70}" dt="2026-10-02T14:30:05.645" v="76" actId="1076"/>
          <ac:picMkLst>
            <pc:docMk/>
            <pc:sldMk cId="0" sldId="260"/>
            <ac:picMk id="41" creationId="{52AEE3B0-5688-3B86-6F85-A435F3830005}"/>
          </ac:picMkLst>
        </pc:picChg>
        <pc:picChg chg="add mod">
          <ac:chgData name="Amit Kumar" userId="2a4d6633a67e5299" providerId="LiveId" clId="{9E7A8B46-B05D-4337-8887-687B02360B70}" dt="2026-10-02T14:30:33.494" v="84" actId="1076"/>
          <ac:picMkLst>
            <pc:docMk/>
            <pc:sldMk cId="0" sldId="260"/>
            <ac:picMk id="45" creationId="{B05C84C5-6A86-D2E3-BFE4-D1224A23FBE5}"/>
          </ac:picMkLst>
        </pc:picChg>
        <pc:picChg chg="add mod">
          <ac:chgData name="Amit Kumar" userId="2a4d6633a67e5299" providerId="LiveId" clId="{9E7A8B46-B05D-4337-8887-687B02360B70}" dt="2026-10-02T14:30:22.403" v="81" actId="1076"/>
          <ac:picMkLst>
            <pc:docMk/>
            <pc:sldMk cId="0" sldId="260"/>
            <ac:picMk id="46" creationId="{4D290F58-48A4-2B07-2BF7-4403133644A7}"/>
          </ac:picMkLst>
        </pc:picChg>
      </pc:sldChg>
      <pc:sldChg chg="addSp delSp modSp mod">
        <pc:chgData name="Amit Kumar" userId="2a4d6633a67e5299" providerId="LiveId" clId="{9E7A8B46-B05D-4337-8887-687B02360B70}" dt="2026-10-22T09:23:44.907" v="112" actId="1076"/>
        <pc:sldMkLst>
          <pc:docMk/>
          <pc:sldMk cId="275061924" sldId="263"/>
        </pc:sldMkLst>
        <pc:spChg chg="add mod">
          <ac:chgData name="Amit Kumar" userId="2a4d6633a67e5299" providerId="LiveId" clId="{9E7A8B46-B05D-4337-8887-687B02360B70}" dt="2026-10-22T09:23:44.907" v="112" actId="1076"/>
          <ac:spMkLst>
            <pc:docMk/>
            <pc:sldMk cId="275061924" sldId="263"/>
            <ac:spMk id="2" creationId="{1BCC813A-372F-0363-FFA4-A0380922D357}"/>
          </ac:spMkLst>
        </pc:spChg>
        <pc:spChg chg="add mod">
          <ac:chgData name="Amit Kumar" userId="2a4d6633a67e5299" providerId="LiveId" clId="{9E7A8B46-B05D-4337-8887-687B02360B70}" dt="2026-10-02T14:32:36.128" v="94" actId="1076"/>
          <ac:spMkLst>
            <pc:docMk/>
            <pc:sldMk cId="275061924" sldId="263"/>
            <ac:spMk id="3" creationId="{A001D5C5-A5E3-4CFE-D25C-5C3037671103}"/>
          </ac:spMkLst>
        </pc:spChg>
        <pc:picChg chg="add mod">
          <ac:chgData name="Amit Kumar" userId="2a4d6633a67e5299" providerId="LiveId" clId="{9E7A8B46-B05D-4337-8887-687B02360B70}" dt="2026-09-28T16:33:45.628" v="74" actId="1076"/>
          <ac:picMkLst>
            <pc:docMk/>
            <pc:sldMk cId="275061924" sldId="263"/>
            <ac:picMk id="8" creationId="{9B32E94C-CB43-ED85-5878-5F0FF372EB1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6F5B8-FD95-4340-AD74-B91AD54DB55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41935-B063-4013-B068-69E53E2FE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5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1935-B063-4013-B068-69E53E2FEAE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249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955279" y="960120"/>
            <a:ext cx="960120" cy="960120"/>
          </a:xfrm>
          <a:prstGeom prst="ellipse">
            <a:avLst/>
          </a:prstGeom>
          <a:solidFill>
            <a:srgbClr val="E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79" y="1143000"/>
            <a:ext cx="960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/>
            </a:pPr>
            <a:r>
              <a:t>🍔</a:t>
            </a:r>
          </a:p>
        </p:txBody>
      </p:sp>
      <p:sp>
        <p:nvSpPr>
          <p:cNvPr id="4" name="Oval 3"/>
          <p:cNvSpPr/>
          <p:nvPr/>
        </p:nvSpPr>
        <p:spPr>
          <a:xfrm>
            <a:off x="9144000" y="960120"/>
            <a:ext cx="960120" cy="960120"/>
          </a:xfrm>
          <a:prstGeom prst="ellipse">
            <a:avLst/>
          </a:prstGeom>
          <a:solidFill>
            <a:srgbClr val="31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0" y="1143000"/>
            <a:ext cx="960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/>
            </a:pPr>
            <a:r>
              <a:t>🍕</a:t>
            </a:r>
          </a:p>
        </p:txBody>
      </p:sp>
      <p:sp>
        <p:nvSpPr>
          <p:cNvPr id="6" name="Oval 5"/>
          <p:cNvSpPr/>
          <p:nvPr/>
        </p:nvSpPr>
        <p:spPr>
          <a:xfrm>
            <a:off x="10332720" y="960120"/>
            <a:ext cx="960120" cy="960120"/>
          </a:xfrm>
          <a:prstGeom prst="ellipse">
            <a:avLst/>
          </a:prstGeom>
          <a:solidFill>
            <a:srgbClr val="DA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0" y="1143000"/>
            <a:ext cx="960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/>
            </a:pPr>
            <a:r>
              <a:t>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6858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8274B"/>
                </a:solidFill>
              </a:defRPr>
            </a:pPr>
            <a:r>
              <a:t>FOOD DELIVERY</a:t>
            </a:r>
          </a:p>
          <a:p>
            <a:pPr>
              <a:defRPr sz="3000" b="1">
                <a:solidFill>
                  <a:srgbClr val="3D78D8"/>
                </a:solidFill>
              </a:defRPr>
            </a:pPr>
            <a:r>
              <a:t>ORDER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6766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9C6F"/>
                </a:solidFill>
              </a:defRPr>
            </a:pPr>
            <a:r>
              <a:t>Data Structures PBL</a:t>
            </a:r>
          </a:p>
          <a:p>
            <a:pPr>
              <a:defRPr sz="1600">
                <a:solidFill>
                  <a:srgbClr val="28303E"/>
                </a:solidFill>
              </a:defRPr>
            </a:pPr>
            <a:r>
              <a:t>Array • Linked List • Queue •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8274B"/>
                </a:solidFill>
              </a:defRPr>
            </a:pPr>
            <a:r>
              <a:t>One customer → One Order ID → Multiple Items → One complete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68249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rPr dirty="0"/>
              <a:t>A simple digital model for handling food delivery orders.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58"/>
            <a:ext cx="5212080" cy="422475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891540" y="1682496"/>
            <a:ext cx="475488" cy="475488"/>
          </a:xfrm>
          <a:prstGeom prst="ellipse">
            <a:avLst/>
          </a:prstGeom>
          <a:solidFill>
            <a:srgbClr val="DA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0788" y="1773935"/>
            <a:ext cx="3809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673351"/>
            <a:ext cx="4279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DA5353"/>
                </a:solidFill>
              </a:defRPr>
            </a:pPr>
            <a:r>
              <a:rPr dirty="0"/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414014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• Orders contain multiple food items.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• Pending orders need FIFO processing.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• Delivered orders need history.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• Customers may cancel or edit a pending order.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• Manual handling makes order tracking messy.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216152"/>
            <a:ext cx="5271516" cy="428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Oval 9"/>
          <p:cNvSpPr/>
          <p:nvPr/>
        </p:nvSpPr>
        <p:spPr>
          <a:xfrm>
            <a:off x="6428231" y="1536192"/>
            <a:ext cx="475488" cy="475488"/>
          </a:xfrm>
          <a:prstGeom prst="ellipse">
            <a:avLst/>
          </a:prstGeom>
          <a:solidFill>
            <a:srgbClr val="31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572768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1536192"/>
            <a:ext cx="4279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19C6F"/>
                </a:solidFill>
              </a:defRPr>
            </a:pPr>
            <a:r>
              <a:rPr dirty="0"/>
              <a:t>The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9" y="23500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• Store the menu using an array.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• Keep one complete customer order in one node.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• Use a queue for pending orders.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• Use a stack for order history.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• Keep the program simple and easy to demonstrate.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Data Structures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Each structure has one clear job.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2624327" cy="3154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D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1490472"/>
            <a:ext cx="475488" cy="475488"/>
          </a:xfrm>
          <a:prstGeom prst="ellipse">
            <a:avLst/>
          </a:prstGeom>
          <a:solidFill>
            <a:srgbClr val="3D7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27048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490472"/>
            <a:ext cx="1673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D78D8"/>
                </a:solidFill>
              </a:defRPr>
            </a:pPr>
            <a:r>
              <a:t>Array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Food menu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ID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Name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Price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Fast menu lookup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34440"/>
            <a:ext cx="2697480" cy="32278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02152" y="1490472"/>
            <a:ext cx="475488" cy="475488"/>
          </a:xfrm>
          <a:prstGeom prst="ellipse">
            <a:avLst/>
          </a:prstGeom>
          <a:solidFill>
            <a:srgbClr val="31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527048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1490472"/>
            <a:ext cx="1673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19C6F"/>
                </a:solidFill>
              </a:defRPr>
            </a:pPr>
            <a:r>
              <a:t>Linked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84248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Stores complete orders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Order ID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Customer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Items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Total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Next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1907" y="1234440"/>
            <a:ext cx="2747772" cy="32278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Oval 14"/>
          <p:cNvSpPr/>
          <p:nvPr/>
        </p:nvSpPr>
        <p:spPr>
          <a:xfrm>
            <a:off x="6291072" y="1490472"/>
            <a:ext cx="475488" cy="475488"/>
          </a:xfrm>
          <a:prstGeom prst="ellipse">
            <a:avLst/>
          </a:prstGeom>
          <a:solidFill>
            <a:srgbClr val="E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1527048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490472"/>
            <a:ext cx="16733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E913E"/>
                </a:solidFill>
              </a:defRPr>
            </a:pPr>
            <a:r>
              <a:t>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84248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Pending orders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FIFO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First order placed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→ first order processed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2852" y="1234440"/>
            <a:ext cx="2670048" cy="3136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36024" y="1490472"/>
            <a:ext cx="475488" cy="475488"/>
          </a:xfrm>
          <a:prstGeom prst="ellipse">
            <a:avLst/>
          </a:prstGeom>
          <a:solidFill>
            <a:srgbClr val="7E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4594" y="1536192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4684" y="1504188"/>
            <a:ext cx="16733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E5BBE"/>
                </a:solidFill>
              </a:defRPr>
            </a:pPr>
            <a:r>
              <a:rPr dirty="0"/>
              <a:t>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007108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Order history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LIFO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Latest processed</a:t>
            </a:r>
          </a:p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→ appears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8C8E74F-26C3-81A0-688D-BDD284BEC24C}"/>
              </a:ext>
            </a:extLst>
          </p:cNvPr>
          <p:cNvSpPr/>
          <p:nvPr/>
        </p:nvSpPr>
        <p:spPr>
          <a:xfrm>
            <a:off x="406562" y="4782312"/>
            <a:ext cx="11366338" cy="122865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i="1" dirty="0">
                <a:solidFill>
                  <a:srgbClr val="7030A0"/>
                </a:solidFill>
              </a:rPr>
              <a:t>Array → Linked List → Queue → Stack</a:t>
            </a:r>
            <a:br>
              <a:rPr lang="en-IN" sz="1600" b="1" i="1" dirty="0">
                <a:solidFill>
                  <a:srgbClr val="7030A0"/>
                </a:solidFill>
              </a:rPr>
            </a:br>
            <a:r>
              <a:rPr lang="en-IN" sz="1600" b="1" i="1" dirty="0">
                <a:solidFill>
                  <a:srgbClr val="7030A0"/>
                </a:solidFill>
              </a:rPr>
              <a:t>Menu → Order → Pending →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From menu selection to delivery and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77AD5CA-8F16-915B-F318-3D2F7417F8B8}"/>
              </a:ext>
            </a:extLst>
          </p:cNvPr>
          <p:cNvSpPr/>
          <p:nvPr/>
        </p:nvSpPr>
        <p:spPr>
          <a:xfrm>
            <a:off x="997077" y="3204972"/>
            <a:ext cx="5879592" cy="475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3.PENDING ORDERS</a:t>
            </a:r>
          </a:p>
          <a:p>
            <a:pPr algn="ctr"/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Queue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FIFO</a:t>
            </a:r>
          </a:p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EF984FA-8E1A-08D2-0859-70C4821F27F6}"/>
              </a:ext>
            </a:extLst>
          </p:cNvPr>
          <p:cNvSpPr/>
          <p:nvPr/>
        </p:nvSpPr>
        <p:spPr>
          <a:xfrm>
            <a:off x="987552" y="1579626"/>
            <a:ext cx="5879592" cy="4754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1.ADD MENU</a:t>
            </a:r>
          </a:p>
          <a:p>
            <a:pPr algn="ctr"/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Array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B1150B3-588B-14F8-734C-7F3B1BA3D43E}"/>
              </a:ext>
            </a:extLst>
          </p:cNvPr>
          <p:cNvSpPr/>
          <p:nvPr/>
        </p:nvSpPr>
        <p:spPr>
          <a:xfrm>
            <a:off x="987552" y="2404872"/>
            <a:ext cx="5879592" cy="47548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2"/>
                </a:solidFill>
              </a:rPr>
              <a:t>2.PLACE ORDER</a:t>
            </a:r>
          </a:p>
          <a:p>
            <a:pPr algn="ctr"/>
            <a:r>
              <a:rPr lang="en-IN" sz="1200" b="1" dirty="0">
                <a:solidFill>
                  <a:schemeClr val="tx2"/>
                </a:solidFill>
              </a:rPr>
              <a:t>Select items +Quantity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D9467C-C1E7-6CCB-294C-59D0968205C0}"/>
              </a:ext>
            </a:extLst>
          </p:cNvPr>
          <p:cNvSpPr/>
          <p:nvPr/>
        </p:nvSpPr>
        <p:spPr>
          <a:xfrm>
            <a:off x="1005840" y="4016502"/>
            <a:ext cx="5879592" cy="48463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4.PROCESS ORDER</a:t>
            </a:r>
          </a:p>
          <a:p>
            <a:pPr algn="ctr"/>
            <a:r>
              <a:rPr lang="en-IN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Complete order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978502-6FCE-ECFE-2630-834CA3965368}"/>
              </a:ext>
            </a:extLst>
          </p:cNvPr>
          <p:cNvSpPr/>
          <p:nvPr/>
        </p:nvSpPr>
        <p:spPr>
          <a:xfrm>
            <a:off x="987552" y="4773168"/>
            <a:ext cx="5861304" cy="48463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5.ORDER HISTORY</a:t>
            </a:r>
          </a:p>
          <a:p>
            <a:pPr algn="ct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Stack</a:t>
            </a:r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LIFO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E214C56-A4AD-8928-8AF6-F1F45C255E6C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3927348" y="2055114"/>
            <a:ext cx="0" cy="349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1322DB-BB24-82D4-650E-C5A9404776CC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3927348" y="2880360"/>
            <a:ext cx="9525" cy="324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40530CE-2E4C-9A30-C9E2-365CEDFDAF95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3936873" y="3680460"/>
            <a:ext cx="8763" cy="336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85B2EE-DCCD-9268-865D-E2402834DD4D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3918204" y="4437126"/>
            <a:ext cx="9144" cy="336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44CD276-93C5-B9B5-8CC4-A4F9C966879C}"/>
              </a:ext>
            </a:extLst>
          </p:cNvPr>
          <p:cNvSpPr/>
          <p:nvPr/>
        </p:nvSpPr>
        <p:spPr>
          <a:xfrm>
            <a:off x="8890519" y="1663184"/>
            <a:ext cx="1990841" cy="633887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09FD97D-2405-568E-E85D-08B263EFF526}"/>
              </a:ext>
            </a:extLst>
          </p:cNvPr>
          <p:cNvSpPr/>
          <p:nvPr/>
        </p:nvSpPr>
        <p:spPr>
          <a:xfrm>
            <a:off x="8890518" y="3100944"/>
            <a:ext cx="1990841" cy="683543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371DBE-2ED6-2DF3-5804-843F89518D20}"/>
              </a:ext>
            </a:extLst>
          </p:cNvPr>
          <p:cNvSpPr txBox="1"/>
          <p:nvPr/>
        </p:nvSpPr>
        <p:spPr>
          <a:xfrm>
            <a:off x="9214120" y="1810974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EDIT ORDER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F4E22B-E1A7-AEC4-D523-7B66406A134F}"/>
              </a:ext>
            </a:extLst>
          </p:cNvPr>
          <p:cNvSpPr txBox="1"/>
          <p:nvPr/>
        </p:nvSpPr>
        <p:spPr>
          <a:xfrm>
            <a:off x="9057826" y="3337661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CANCEL ORDER</a:t>
            </a:r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6176D8C1-A82E-443E-63F2-036034F49F1D}"/>
              </a:ext>
            </a:extLst>
          </p:cNvPr>
          <p:cNvSpPr/>
          <p:nvPr/>
        </p:nvSpPr>
        <p:spPr>
          <a:xfrm>
            <a:off x="8160215" y="1790388"/>
            <a:ext cx="730303" cy="38991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CB8EFD87-88CF-DD64-0B4B-2AAB56BE5153}"/>
              </a:ext>
            </a:extLst>
          </p:cNvPr>
          <p:cNvSpPr/>
          <p:nvPr/>
        </p:nvSpPr>
        <p:spPr>
          <a:xfrm>
            <a:off x="8181500" y="3295695"/>
            <a:ext cx="709016" cy="38476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B1D50DD-9FA1-0004-7132-3BA7AB4E643B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6867144" y="2642616"/>
            <a:ext cx="12119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B28BFD4-C4E8-CE7A-9B3E-D202113DDD46}"/>
              </a:ext>
            </a:extLst>
          </p:cNvPr>
          <p:cNvCxnSpPr>
            <a:cxnSpLocks/>
          </p:cNvCxnSpPr>
          <p:nvPr/>
        </p:nvCxnSpPr>
        <p:spPr>
          <a:xfrm>
            <a:off x="8079129" y="1982859"/>
            <a:ext cx="0" cy="1496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How One Order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Multiple items stay inside one customer order.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20116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D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67512" y="1810512"/>
            <a:ext cx="475488" cy="475488"/>
          </a:xfrm>
          <a:prstGeom prst="ellipse">
            <a:avLst/>
          </a:prstGeom>
          <a:solidFill>
            <a:srgbClr val="3D7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847088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810512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D78D8"/>
                </a:solidFill>
              </a:defRPr>
            </a:pPr>
            <a: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Enter name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3246120"/>
            <a:ext cx="274320" cy="0"/>
          </a:xfrm>
          <a:prstGeom prst="line">
            <a:avLst/>
          </a:prstGeom>
          <a:ln w="25400">
            <a:solidFill>
              <a:srgbClr val="3D7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645920"/>
            <a:ext cx="20116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53512" y="1810512"/>
            <a:ext cx="475488" cy="475488"/>
          </a:xfrm>
          <a:prstGeom prst="ellipse">
            <a:avLst/>
          </a:prstGeom>
          <a:solidFill>
            <a:srgbClr val="31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53512" y="1847088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7" y="1810512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19C6F"/>
                </a:solidFill>
              </a:defRPr>
            </a:pPr>
            <a:r>
              <a:t>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04288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Choose how many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600" y="3246120"/>
            <a:ext cx="274320" cy="0"/>
          </a:xfrm>
          <a:prstGeom prst="line">
            <a:avLst/>
          </a:prstGeom>
          <a:ln w="25400">
            <a:solidFill>
              <a:srgbClr val="319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74920" y="1645920"/>
            <a:ext cx="20116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239512" y="1810512"/>
            <a:ext cx="475488" cy="475488"/>
          </a:xfrm>
          <a:prstGeom prst="ellipse">
            <a:avLst/>
          </a:prstGeom>
          <a:solidFill>
            <a:srgbClr val="E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9512" y="1847088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1810512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E913E"/>
                </a:solidFill>
              </a:defRPr>
            </a:pPr>
            <a:r>
              <a:t>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304288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Add food + quantity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6600" y="3246120"/>
            <a:ext cx="274320" cy="0"/>
          </a:xfrm>
          <a:prstGeom prst="line">
            <a:avLst/>
          </a:prstGeom>
          <a:ln w="25400">
            <a:solidFill>
              <a:srgbClr val="EE9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60920" y="1645920"/>
            <a:ext cx="20116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25512" y="1810512"/>
            <a:ext cx="475488" cy="475488"/>
          </a:xfrm>
          <a:prstGeom prst="ellipse">
            <a:avLst/>
          </a:prstGeom>
          <a:solidFill>
            <a:srgbClr val="7E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25512" y="1847088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1810512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E5BBE"/>
                </a:solidFill>
              </a:defRPr>
            </a:pPr>
            <a: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304288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Calculate amount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72600" y="3246120"/>
            <a:ext cx="274320" cy="0"/>
          </a:xfrm>
          <a:prstGeom prst="line">
            <a:avLst/>
          </a:prstGeom>
          <a:ln w="25400">
            <a:solidFill>
              <a:srgbClr val="7E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46920" y="1645920"/>
            <a:ext cx="20116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811512" y="1810512"/>
            <a:ext cx="475488" cy="475488"/>
          </a:xfrm>
          <a:prstGeom prst="ellipse">
            <a:avLst/>
          </a:prstGeom>
          <a:solidFill>
            <a:srgbClr val="DA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11512" y="1847088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96728" y="1810512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DA5353"/>
                </a:solidFill>
              </a:defRPr>
            </a:pPr>
            <a:r>
              <a:t>Queue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304288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t>Store pending order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5212080"/>
            <a:ext cx="9601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1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B"/>
                </a:solidFill>
              </a:defRPr>
            </a:pPr>
            <a:r>
              <a:rPr dirty="0"/>
              <a:t>Example: </a:t>
            </a:r>
            <a:r>
              <a:rPr lang="en-IN" dirty="0"/>
              <a:t>Sam</a:t>
            </a:r>
            <a:r>
              <a:rPr dirty="0"/>
              <a:t> → Order 101 → Burger ×2 + Pizza ×1 + Momos ×2 → 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5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5BCA138-A8BE-A15F-3016-272E49D17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74" y="2743200"/>
            <a:ext cx="1357460" cy="150876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458468D-BFB2-541A-A489-99CA8CBFF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126780"/>
            <a:ext cx="2333134" cy="89625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2AEE3B0-5688-3B86-6F85-A435F3830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010" y="2921508"/>
            <a:ext cx="913500" cy="98415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05C84C5-6A86-D2E3-BFE4-D1224A23F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484" y="2917265"/>
            <a:ext cx="1128253" cy="119093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D290F58-48A4-2B07-2BF7-4403133644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786" y="2944368"/>
            <a:ext cx="1039227" cy="1078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Seven simple operations for the PBL demo.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35020"/>
            <a:ext cx="4901182" cy="91440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D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" y="1399032"/>
            <a:ext cx="475488" cy="475488"/>
          </a:xfrm>
          <a:prstGeom prst="ellipse">
            <a:avLst/>
          </a:prstGeom>
          <a:solidFill>
            <a:srgbClr val="3D7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35608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99032"/>
            <a:ext cx="41879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D78D8"/>
                </a:solidFill>
              </a:defRPr>
            </a:pPr>
            <a:r>
              <a:t>View 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911097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Show food ID, name and price.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876" y="1312163"/>
            <a:ext cx="5151123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73951" y="1399032"/>
            <a:ext cx="475488" cy="475488"/>
          </a:xfrm>
          <a:prstGeom prst="ellipse">
            <a:avLst/>
          </a:prstGeom>
          <a:solidFill>
            <a:srgbClr val="31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1" y="1435608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1399032"/>
            <a:ext cx="41879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19C6F"/>
                </a:solidFill>
              </a:defRPr>
            </a:pPr>
            <a:r>
              <a:t>Place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5489" y="18928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Choose number of items and quantities.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7" y="2724914"/>
            <a:ext cx="4901183" cy="91439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7824" y="2761487"/>
            <a:ext cx="475488" cy="475488"/>
          </a:xfrm>
          <a:prstGeom prst="ellipse">
            <a:avLst/>
          </a:prstGeom>
          <a:solidFill>
            <a:srgbClr val="E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5" y="2852929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843784"/>
            <a:ext cx="41879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E913E"/>
                </a:solidFill>
              </a:defRPr>
            </a:pPr>
            <a:r>
              <a:t>Pending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192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Show only ID, customer and total.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711195"/>
            <a:ext cx="5205983" cy="89154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86144" y="2788921"/>
            <a:ext cx="475488" cy="475488"/>
          </a:xfrm>
          <a:prstGeom prst="ellipse">
            <a:avLst/>
          </a:prstGeom>
          <a:solidFill>
            <a:srgbClr val="7E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6144" y="2834640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8416" y="2798063"/>
            <a:ext cx="41879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E5BBE"/>
                </a:solidFill>
              </a:defRPr>
            </a:pPr>
            <a:r>
              <a:rPr dirty="0"/>
              <a:t>Process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7202" y="330555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Remove from queue and push to history.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4" y="4071370"/>
            <a:ext cx="4992623" cy="91439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391" y="4114803"/>
            <a:ext cx="475488" cy="475488"/>
          </a:xfrm>
          <a:prstGeom prst="ellipse">
            <a:avLst/>
          </a:prstGeom>
          <a:solidFill>
            <a:srgbClr val="DA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4142233"/>
            <a:ext cx="4754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3896" y="4130920"/>
            <a:ext cx="41879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DA5353"/>
                </a:solidFill>
              </a:defRPr>
            </a:pPr>
            <a:r>
              <a:rPr dirty="0"/>
              <a:t>Order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39" y="46360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Show all items, quantities, prices and total.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41646"/>
            <a:ext cx="5312665" cy="87554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D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08244" y="4107941"/>
            <a:ext cx="475488" cy="475488"/>
          </a:xfrm>
          <a:prstGeom prst="ellipse">
            <a:avLst/>
          </a:prstGeom>
          <a:solidFill>
            <a:srgbClr val="3D7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9675" y="4178692"/>
            <a:ext cx="4526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4165089"/>
            <a:ext cx="41879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D78D8"/>
                </a:solidFill>
              </a:defRPr>
            </a:pPr>
            <a:r>
              <a:rPr dirty="0"/>
              <a:t>Cancel 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59" y="46360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Remove a selected pending order.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79" y="5282949"/>
            <a:ext cx="5084064" cy="85497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68095" y="5362951"/>
            <a:ext cx="475488" cy="475488"/>
          </a:xfrm>
          <a:prstGeom prst="ellipse">
            <a:avLst/>
          </a:prstGeom>
          <a:solidFill>
            <a:srgbClr val="31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5390395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35609" y="5342379"/>
            <a:ext cx="41879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19C6F"/>
                </a:solidFill>
              </a:defRPr>
            </a:pPr>
            <a:r>
              <a:rPr dirty="0"/>
              <a:t>Edit 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39" y="5811015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E"/>
                </a:solidFill>
              </a:defRPr>
            </a:pPr>
            <a:r>
              <a:rPr dirty="0"/>
              <a:t>Modify items/quantities and recalculate total.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Expected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436196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rPr dirty="0"/>
              <a:t>A </a:t>
            </a:r>
            <a:r>
              <a:rPr lang="en-IN" dirty="0"/>
              <a:t>smart</a:t>
            </a:r>
            <a:r>
              <a:rPr dirty="0"/>
              <a:t> </a:t>
            </a:r>
            <a:r>
              <a:rPr lang="en-IN" dirty="0"/>
              <a:t>and simple food  delivery </a:t>
            </a:r>
            <a:r>
              <a:rPr dirty="0"/>
              <a:t>order management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574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D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D78D8"/>
                </a:solidFill>
              </a:defRPr>
            </a:pPr>
            <a:r>
              <a:t>MENU</a:t>
            </a:r>
          </a:p>
          <a:p>
            <a:pPr algn="ctr">
              <a:defRPr sz="1300">
                <a:solidFill>
                  <a:srgbClr val="28303E"/>
                </a:solidFill>
              </a:defRPr>
            </a:pPr>
            <a:r>
              <a:t>Array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88920" y="2542032"/>
            <a:ext cx="731519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20439" y="1828800"/>
            <a:ext cx="20574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19C6F"/>
                </a:solidFill>
              </a:defRPr>
            </a:pPr>
            <a:r>
              <a:t>ORDER</a:t>
            </a:r>
          </a:p>
          <a:p>
            <a:pPr algn="ctr">
              <a:defRPr sz="1300">
                <a:solidFill>
                  <a:srgbClr val="28303E"/>
                </a:solidFill>
              </a:defRPr>
            </a:pPr>
            <a:r>
              <a:t>Linked List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77840" y="2542032"/>
            <a:ext cx="731519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9359" y="1828800"/>
            <a:ext cx="20574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E913E"/>
                </a:solidFill>
              </a:defRPr>
            </a:pPr>
            <a:r>
              <a:t>PENDING</a:t>
            </a:r>
          </a:p>
          <a:p>
            <a:pPr algn="ctr">
              <a:defRPr sz="1300">
                <a:solidFill>
                  <a:srgbClr val="28303E"/>
                </a:solidFill>
              </a:defRPr>
            </a:pPr>
            <a:r>
              <a:t>Queue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366759" y="2542032"/>
            <a:ext cx="731521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1828800"/>
            <a:ext cx="20574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E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E5BBE"/>
                </a:solidFill>
              </a:defRPr>
            </a:pPr>
            <a:r>
              <a:t>HISTORY</a:t>
            </a:r>
          </a:p>
          <a:p>
            <a:pPr algn="ctr">
              <a:defRPr sz="1300">
                <a:solidFill>
                  <a:srgbClr val="28303E"/>
                </a:solidFill>
              </a:defRPr>
            </a:pPr>
            <a:r>
              <a:t>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19" y="4315968"/>
            <a:ext cx="9966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1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19C6F"/>
                </a:solidFill>
              </a:defRPr>
            </a:pPr>
            <a:r>
              <a:rPr dirty="0"/>
              <a:t>Key Idea</a:t>
            </a:r>
          </a:p>
          <a:p>
            <a:pPr algn="ctr">
              <a:defRPr sz="1600">
                <a:solidFill>
                  <a:srgbClr val="18274B"/>
                </a:solidFill>
              </a:defRPr>
            </a:pPr>
            <a:r>
              <a:rPr lang="en-IN" sz="1600" dirty="0">
                <a:solidFill>
                  <a:srgbClr val="18274B"/>
                </a:solidFill>
              </a:rPr>
              <a:t>A Complete Order Travels Through the System as One Unit</a:t>
            </a:r>
            <a:r>
              <a:rPr dirty="0"/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B32E94C-CB43-ED85-5878-5F0FF372E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258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01D5C5-A5E3-4CFE-D25C-5C3037671103}"/>
              </a:ext>
            </a:extLst>
          </p:cNvPr>
          <p:cNvSpPr/>
          <p:nvPr/>
        </p:nvSpPr>
        <p:spPr>
          <a:xfrm>
            <a:off x="6372520" y="6155701"/>
            <a:ext cx="5005633" cy="24509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CC813A-372F-0363-FFA4-A0380922D357}"/>
              </a:ext>
            </a:extLst>
          </p:cNvPr>
          <p:cNvSpPr txBox="1"/>
          <p:nvPr/>
        </p:nvSpPr>
        <p:spPr>
          <a:xfrm>
            <a:off x="6372520" y="6155701"/>
            <a:ext cx="5288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accent1"/>
                </a:solidFill>
                <a:highlight>
                  <a:srgbClr val="C0C0C0"/>
                </a:highlight>
              </a:rPr>
              <a:t>https://github.com/amitkrofficial2005-ac/Food-delivery-order-management-system</a:t>
            </a:r>
          </a:p>
        </p:txBody>
      </p:sp>
    </p:spTree>
    <p:extLst>
      <p:ext uri="{BB962C8B-B14F-4D97-AF65-F5344CB8AC3E}">
        <p14:creationId xmlns:p14="http://schemas.microsoft.com/office/powerpoint/2010/main" val="275061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443</Words>
  <Application>Microsoft Office PowerPoint</Application>
  <PresentationFormat>Widescreen</PresentationFormat>
  <Paragraphs>138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Amit Kumar</dc:creator>
  <cp:keywords/>
  <dc:description>generated using python-pptx</dc:description>
  <cp:lastModifiedBy>Amit Kumar</cp:lastModifiedBy>
  <cp:revision>3</cp:revision>
  <dcterms:created xsi:type="dcterms:W3CDTF">2013-01-27T09:14:16Z</dcterms:created>
  <dcterms:modified xsi:type="dcterms:W3CDTF">2026-10-22T09:23:45Z</dcterms:modified>
  <cp:category/>
</cp:coreProperties>
</file>